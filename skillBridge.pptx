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Medium"/>
      <p:regular r:id="rId17"/>
    </p:embeddedFont>
    <p:embeddedFont>
      <p:font typeface="Instrument Sans Medium"/>
      <p:regular r:id="rId18"/>
    </p:embeddedFont>
    <p:embeddedFont>
      <p:font typeface="Instrument Sans Medium"/>
      <p:regular r:id="rId19"/>
    </p:embeddedFont>
    <p:embeddedFont>
      <p:font typeface="Instrument Sans Medium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454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Bridging the Gap Between Academia and Industry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5031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Digital Ecosystem to Empower Fresh Graduates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1212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TRUR/ SkillBridge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5268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Graduate Readiness Dilemma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210401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434348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Underemployment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927634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lot of fresh graduates remain underemployed or unemployed in Bangladesh.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210401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434348"/>
          </a:solidFill>
          <a:ln/>
        </p:spPr>
      </p:sp>
      <p:sp>
        <p:nvSpPr>
          <p:cNvPr id="8" name="Text 5"/>
          <p:cNvSpPr/>
          <p:nvPr/>
        </p:nvSpPr>
        <p:spPr>
          <a:xfrm>
            <a:off x="4912281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Experience Paradox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281" y="3927634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Companies seek “experienced freshers,” creating contradictions.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469969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434348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6967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Skills Gap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618720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Graduates have knowledge but lack job-ready skills.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Why This Gap Exists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Curriculum Mismatch: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Academic programs seldom match industry needs directly.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Project Exposure: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Students rarely work on real-world projects in school.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Scarce Internships: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Internship opportunities are limited and often unstructured.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77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Skills Deficiency: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Communication and teamwork skills lag behind expectations.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2795"/>
            <a:ext cx="60008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Introducing SkillBridge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8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Digital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9694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academia with industry seamlessly.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638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Skills-Based Learning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21969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Customized learning paths tied to industry needs.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638550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Mentorship &amp; Networking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57402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Links students with industry professionals for guidance.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638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Real-World Projects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219694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Offers internships and practical experiences.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26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Features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750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60" y="3217545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252907"/>
            <a:ext cx="45722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Industry-led Microprojects &amp; Tasks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743325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hands-on experience by completing real-world tasks designed by industry professionals.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57003" y="31750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074" y="3217545"/>
            <a:ext cx="340162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94119" y="3252907"/>
            <a:ext cx="40258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Verified Industry Certifications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194119" y="3743325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Earn certificates endorsed by companies to validate your skills and boost your credibility.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9227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4965263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0906" y="5000625"/>
            <a:ext cx="32545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Skill-Matching AI Engine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30906" y="5491043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intelligent system that recommends career path guidelines based on existing skillsets.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57003" y="49227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2074" y="4965263"/>
            <a:ext cx="340162" cy="4252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94119" y="50006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Smart Job Finder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8194119" y="5491043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curated job opportunities that match your skills, certifications, and portfolio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441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Impact and Benefits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19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Students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employability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earning potential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4019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Companies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skilled talent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training costs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69132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                                          BPMN</a:t>
            </a:r>
            <a:endParaRPr lang="en-US" sz="4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86186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                          Api Documentation</a:t>
            </a:r>
            <a:endParaRPr lang="en-US" sz="4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88613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                            Live Demonstration</a:t>
            </a:r>
            <a:endParaRPr lang="en-US" sz="4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76666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                                       Thank you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2025-05-07T10:52:25Z</dcterms:created>
  <dcterms:modified xsi:type="dcterms:W3CDTF">2025-05-07T10:52:25Z</dcterms:modified>
</cp:coreProperties>
</file>